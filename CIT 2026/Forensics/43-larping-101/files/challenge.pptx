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A76CF0A-4150-4681-B302-F70D79B3E3B7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E442669-0D10-48B6-944D-C86D7B5B8A58}" type="slidenum">
              <a:rPr lang="en-US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en-US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en-US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95D3B76-A39A-4BDE-B39A-5238B1CA37FA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F901A99-11F2-4678-BD10-0CE9A976274E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buNone/>
              <a:defRPr lang="en-US" sz="45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45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5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6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en-US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en-US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921A451-C095-4927-A641-46491ECF946F}" type="slidenum">
              <a:rPr lang="en-US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30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en-US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mailto:CTF@CIT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 algn="l">
              <a:buNone/>
            </a:pPr>
            <a:r>
              <a:rPr lang="en-US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Larping 101</a:t>
            </a:r>
            <a:endParaRPr lang="en-US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US" sz="3600" b="1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By lead larper</a:t>
            </a:r>
            <a:endParaRPr lang="en-US" sz="3600" b="1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5486400" y="320040"/>
            <a:ext cx="2419200" cy="333756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 algn="l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What is larping?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Being performative. Perhaps even living an unattainable lifestyle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3681360" y="1855440"/>
            <a:ext cx="2719440" cy="363096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pPr indent="0" algn="l">
              <a:buNone/>
            </a:pPr>
            <a:r>
              <a:rPr lang="en-US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How does one larp?</a:t>
            </a:r>
            <a:endParaRPr lang="en-US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By participating in </a:t>
            </a: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  <a:hlinkClick r:id="rId1"/>
              </a:rPr>
              <a:t>CTF@CIT</a:t>
            </a:r>
            <a:r>
              <a:rPr lang="en-US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 2026 you are basically larping so ummmm yeah...</a:t>
            </a:r>
            <a:endParaRPr lang="en-US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pic>
        <p:nvPicPr>
          <p:cNvPr id="39" name=""/>
          <p:cNvPicPr/>
          <p:nvPr/>
        </p:nvPicPr>
        <p:blipFill>
          <a:blip r:embed="rId2"/>
          <a:stretch/>
        </p:blipFill>
        <p:spPr>
          <a:xfrm>
            <a:off x="5538600" y="2057400"/>
            <a:ext cx="3834000" cy="346068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ubTitle"/>
          </p:nvPr>
        </p:nvSpPr>
        <p:spPr>
          <a:xfrm>
            <a:off x="504000" y="630720"/>
            <a:ext cx="9072000" cy="438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000" b="1" u="none" strike="noStrike">
                <a:solidFill>
                  <a:srgbClr val="009EDA"/>
                </a:solidFill>
                <a:effectLst/>
                <a:uFillTx/>
                <a:latin typeface="Noto Sans"/>
              </a:rPr>
              <a:t>The end</a:t>
            </a:r>
            <a:endParaRPr lang="en-US" sz="4000" b="1" u="none" strike="noStrike">
              <a:solidFill>
                <a:srgbClr val="009EDA"/>
              </a:solidFill>
              <a:effectLst/>
              <a:uFillTx/>
              <a:latin typeface="Noto Sans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420120" y="630720"/>
            <a:ext cx="3466080" cy="29415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42" name=""/>
          <p:cNvPicPr/>
          <p:nvPr/>
        </p:nvPicPr>
        <p:blipFill>
          <a:blip r:embed="rId2"/>
          <a:stretch/>
        </p:blipFill>
        <p:spPr>
          <a:xfrm>
            <a:off x="5943600" y="3200400"/>
            <a:ext cx="3701160" cy="2081880"/>
          </a:xfrm>
          <a:prstGeom prst="rect">
            <a:avLst/>
          </a:prstGeom>
          <a:noFill/>
          <a:ln w="18000">
            <a:noFill/>
          </a:ln>
        </p:spPr>
      </p:pic>
    </p:spTree>
  </p:cSld>
</p:sld>
</file>

<file path=ppt/slides/transitions.xml><?xml version="1.0" encoding="utf-8"?>
<p:transitionXml xmlns:p="http://schemas.openxmlformats.org/presentationml/2006/main" xmlns:a="http://schemas.openxmlformats.org/drawingml/2006/main">
  <p:slideTransitions>
    <p:transition id="fade">
      <p:duration>2000</p:duration>
      <p:speed>medium</p:speed>
      <p:advanceOnClick>true</p:advanceOnClick>
    </p:transition>
    <p:transition id="push">
      <p:direction>left</p:direction>
      <p:duration>1500</p:duration>
      <p:speed>fast</p:speed>
    </p:transition>
    <p:transition id="wipe">
      <p:direction>right</p:direction>
      <p:pattern>clock</p:pattern>
      <p:duration>1800</p:duration>
    </p:transition>
    <p:transition id="morph">
      <p:enabled>false</p:enabled>
      <p:note>legacy feature disabled in runtime</p:note>
    </p:transition>
  </p:slideTransitions>
  <p:debug>
    <p:log level="info">transition engine initialized</p:log>
    <p:log level="warning">compatibility mode enabled</p:log>
    <p:reserved>
            CIT{l4rp_l4rp_l4rp_s4hur}
        </p:reserved>
  </p:debug>
</p:transitionXml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2026-04-16T21:00:34Z</dcterms:created>
  <dc:creator/>
  <dc:description>This work is licensed under a Creative Commons 0 License.
It makes use of the works of fsanchez.</dc:description>
  <dc:language>en-US</dc:language>
  <cp:lastModifiedBy/>
  <dcterms:modified xsi:type="dcterms:W3CDTF">2026-04-16T21:12:01Z</dcterms:modified>
  <cp:revision>2</cp:revision>
  <dc:subject/>
  <dc:title>Vivid</dc:title>
</cp:coreProperties>
</file>